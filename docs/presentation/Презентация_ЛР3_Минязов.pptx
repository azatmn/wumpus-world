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Побед с риском</c:v>
                </c:pt>
              </c:strCache>
            </c:strRef>
          </c:tx>
          <c:spPr>
            <a:solidFill>
              <a:srgbClr val="185FA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4×4</c:v>
                  </c:pt>
                  <c:pt idx="1">
                    <c:v>6×6</c:v>
                  </c:pt>
                  <c:pt idx="2">
                    <c:v>8×8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45</c:v>
                </c:pt>
                <c:pt idx="2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Побед без риска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C2C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4×4</c:v>
                  </c:pt>
                  <c:pt idx="1">
                    <c:v>6×6</c:v>
                  </c:pt>
                  <c:pt idx="2">
                    <c:v>8×8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64</c:v>
                </c:pt>
                <c:pt idx="1">
                  <c:v>38</c:v>
                </c:pt>
                <c:pt idx="2">
                  <c:v>23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C2C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6A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4E2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A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C2C2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Тема: агент, основанный на знаниях, на примере мира Вампуса. Охотник не видит карту, записывает измерения в базу знаний и логически выводит безопасные комнаты. Java, окно на JavaFX.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Условие из задания. Охотник знает правила и свои координаты, но не расстановку. Датчики — как в задании. Добавлены действия «взять золото» и «выбраться», без них игру не закончить.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Факты — переменные да/нет: P — яма, W — Вампус, G — золото в комнате. Правило «ветерок ⇔ яма рядом» при известном измерении даёт либо дизъюнкцию, либо отрицания. Вопрос «безопасна ли комната» — проверка выполнимости.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задании в шаге 3 написано «Вампус в 3.1» — по рисунку и логике это 2,1, опечатка. Дальше охотник стреляет, слышит крик, по блеску выводит золото в 2,2, берёт его и выходит: счёт +968.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Статус факта: может ли он быть истинным и может ли быть ложным. Оба — «может быть», одно — доказано. Проверено: решатель совпадает с полным перебором на 4500 случайных формулах.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Путь — поиск в ширину по посещённым комнатам с учётом поворотов. В журнале одна строка на решение, сама дорога — несколько действий.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 риском гибель 5–7 %, но побед больше. Без риска охотник уходит, когда безопасных комнат нет.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Охотнику не передаётся объект пещеры — только измерения, как в задании. Логика кнопок проверяется тестами без окна.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отчёте девять диаграмм: прецеденты; деятельность — шаг охотника и вывод статуса факта; классы — мир и логика, охотник и окно; последовательность — кнопка «Шаг»; состояния — игра и цель охотника; компоненты.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Живая демонстрация: «Пример из задания», нажимать «Шаг» — охотник поворачивается и ходит по одному действию, журнал пополняется в каждой новой комнате, как в задании. Снять «показывать правду» — видно, что охотник карту не видит. «Новая пещера» с ошибками — окно подсвечивает поля и не закрывается.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Главное: охотник действует только по логическому выводу из базы знаний, как требует задание; всё доказанное проверено тестами на совпадение с настоящей пещерой.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Лабораторная работа № 3 · ООП на языке Java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Мир Вампуса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Агент, основанный на знаниях: охотник без карты логически выводит, где ямы и Вампус, и добывает золото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377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Выполнил: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А. А. Минязов, гр. 5130902/40202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Проверил: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ст. преп. Д. С. Хасанов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СПбПУ, ИКНК · 2026</a:t>
            </a:r>
            <a:endParaRPr lang="en-US" sz="1600" dirty="0"/>
          </a:p>
        </p:txBody>
      </p:sp>
      <p:pic>
        <p:nvPicPr>
          <p:cNvPr id="6" name="Image 0" descr="/Users/azatminyazov/Workspace/university java/3 work/docs/screenshots/gui_3_w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693190"/>
            <a:ext cx="5120640" cy="34716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Пещера N×N: Вампус, ямы, золото; охотник знает правила, но не карту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035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Вампус ест всё в своей комнате и сторожит золото в соседней.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взять золото, охотник должен убить Вампуса единственной стрелой.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Приводы: шаг вперёд, поворот на 90°, выстрел вперёд.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Охотник строит базу знаний и делает логический вывод на каждом шаге.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разного размера, ям — пропорционально числу комнат.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217920" y="173736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CEBEB"/>
          </a:solidFill>
          <a:ln w="12700">
            <a:solidFill>
              <a:srgbClr val="FCEB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874520"/>
            <a:ext cx="640080" cy="64008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223760" y="1847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Запах (Stench)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1945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Вампус здесь или рядом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83464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2971800"/>
            <a:ext cx="640080" cy="640080"/>
          </a:xfrm>
          <a:prstGeom prst="ellipse">
            <a:avLst/>
          </a:prstGeom>
          <a:solidFill>
            <a:srgbClr val="6B6A65"/>
          </a:solidFill>
          <a:ln w="12700">
            <a:solidFill>
              <a:srgbClr val="6B6A6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0" y="2971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9443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Ветерок (Breeze)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3291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яма в соседней комнате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4069080"/>
            <a:ext cx="640080" cy="64008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4069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4041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Блеск (Glitter)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4389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 здесь или рядом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17920" y="5029200"/>
            <a:ext cx="5394960" cy="914400"/>
          </a:xfrm>
          <a:prstGeom prst="roundRect">
            <a:avLst>
              <a:gd name="adj" fmla="val 12000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5166360"/>
            <a:ext cx="640080" cy="64008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5138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Удар и крик (Bump, Scream)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5486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стена; Вампус убит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217920" y="6172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 — пятёрка (Stench, Breeze, Glitter, Bump, Scream)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думает охотник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 — набор предложений; TELL записывает, ASK спрашивает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Измерить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датчиков в текущей комнате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8328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1965960"/>
            <a:ext cx="548640" cy="5486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25196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ветерок в 4,2 → P(3,2) ∨ P(4,3) ∨ P(4,1)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965960"/>
            <a:ext cx="548640" cy="5486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каждой комнаты: яма? Вампус? золото? — нет / может быть / да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778240" y="25603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052560" y="1783080"/>
            <a:ext cx="2560320" cy="2103120"/>
          </a:xfrm>
          <a:prstGeom prst="roundRect">
            <a:avLst>
              <a:gd name="adj" fmla="val 5217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0" y="1965960"/>
            <a:ext cx="548640" cy="54864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354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92124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Решить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2697480"/>
            <a:ext cx="2240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золото, выстрел, ближайшая OK-комната или выход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2062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8504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KB ⊨ α  ⇔  KB ∧ ¬α невыполнима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822960" y="4892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«Ямы в 3,2 нет» доказано, если ни одна расстановка, согласная с базой, не кладёт туда яму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базе с начала: </a:t>
            </a:r>
            <a:pPr indent="0" marL="0"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Вампус и золото ровно одни · золото рядом с Вампусом · ни Вампус, ни золото не в яме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Пример из задания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повторяет шаги 1–3 задания и объединяет знания разных шагов</a:t>
            </a:r>
            <a:endParaRPr lang="en-US" sz="1600" dirty="0"/>
          </a:p>
        </p:txBody>
      </p:sp>
      <p:pic>
        <p:nvPicPr>
          <p:cNvPr id="4" name="Image 0" descr="/Users/azatminyazov/Workspace/university java/3 work/docs/screenshots/gui_2_ste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7324"/>
            <a:ext cx="6583680" cy="44635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06640" y="169164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7647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 · 4,1: ничего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12140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безопасны 3,1, 4,2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иду в 4,2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406640" y="301752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30906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4,2: Breeze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34472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яма в 3,2 или 4,3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иду в 3,1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406640" y="434340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44165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 · 3,1: Stench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477316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 OK · яма 4,3 · Вампус 2,1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589520" y="5120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стреляю вверх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406640" y="5715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3: ветерка в 3,1 нет → яма из шага 2 в 4,3; запаха в 4,2 не было → Вампус не в 3,2, а в 2,1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Логический вывод: DPLL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перебор 2^(3N²) расстановок, а умный поиск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400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Задаёт значения переменных по одной и сразу выводит следствия из предложений, где остался один вариант.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противоречии запоминает его причину и откатывается к решению, которое к ней привело (обучение на конфликтах).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 DPLL с откатом на шаг назад на пещерах 6×6 не заканчивался — перебирал ямы, не относящиеся к делу.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найденная расстановка отвечает сразу на много вопросов; доказанное запоминается навсегда.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589520" y="17373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мс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589520" y="24688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целая игра в пещере 6×6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589520" y="32004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8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140 мс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39319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долгое действие в пещере 12×12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589520" y="46634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тыс.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7589520" y="5394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предложений в базе 12×12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Стратегия охотника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выбирается по порядку; ходит только через комнаты, где уже был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6916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Золото у меня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114800" y="1691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 выходу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3500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Вампус убит, золото найдено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114800" y="23500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за золотом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57200" cy="4572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300837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Стрелы нет, Вампус жив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300837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 выходу: золото не взять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66744"/>
            <a:ext cx="457200" cy="457200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6667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Вампус найден (W!)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114800" y="366674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на одну линию и выстрел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325112"/>
            <a:ext cx="457200" cy="4572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325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325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OK-комната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14800" y="43251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 ближайшую по числу действий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6B6A65"/>
          </a:solidFill>
          <a:ln w="12700">
            <a:solidFill>
              <a:srgbClr val="6B6A6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983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Тупик, риск разрешён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114800" y="4983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выстрел наугад или недоказанная яма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641848"/>
            <a:ext cx="457200" cy="457200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5641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" y="56418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Иначе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4114800" y="564184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к выходу без золота</a:t>
            </a:r>
            <a:endParaRPr lang="en-US" sz="1400" dirty="0"/>
          </a:p>
        </p:txBody>
      </p:sp>
      <p:pic>
        <p:nvPicPr>
          <p:cNvPr id="32" name="Image 0" descr="/Users/azatminyazov/Workspace/university java/3 work/docs/screenshots/gui_5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982233"/>
            <a:ext cx="5212080" cy="3533614"/>
          </a:xfrm>
          <a:prstGeom prst="rect">
            <a:avLst/>
          </a:prstGeom>
        </p:spPr>
      </p:pic>
      <p:sp>
        <p:nvSpPr>
          <p:cNvPr id="33" name="Text 30"/>
          <p:cNvSpPr txBox="1"/>
          <p:nvPr/>
        </p:nvSpPr>
        <p:spPr>
          <a:xfrm>
            <a:off x="6492240" y="589788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10×10, 20 ям: по блеску и запаху вывел Вампуса в 9,5 и золото в 10,5 — выстрел, золото, выход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случайных пещер каждого размера, 20 % ям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03504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1645920"/>
            <a:ext cx="4663440" cy="1737360"/>
          </a:xfrm>
          <a:prstGeom prst="roundRect">
            <a:avLst>
              <a:gd name="adj" fmla="val 6316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23760" y="17373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7223760" y="25603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гибели без риска: охотник ни разу не ходит в недоказанную опасность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949440" y="3657600"/>
            <a:ext cx="4663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полной карте проходимы 99 / 99 / 96 % пещер — проигрыши не от ошибок.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8×8 ветерок почти везде: в 227 из 231 проигрыша без риска Вампус так и не найден.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Логика даёт только достоверные выводы; оценить, какая комната опаснее, может лишь вероятностный вывод.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Мир — логика — агент — управление — окно; всё кроме окна не зависит от JavaFX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2697480"/>
          </a:xfrm>
          <a:prstGeom prst="roundRect">
            <a:avLst>
              <a:gd name="adj" fmla="val 4068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+ logic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Cave, CaveGenerator, World — мир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— правила → предложения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KnowledgeBase — TELL / ASK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Dpll — выполнимость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737360"/>
            <a:ext cx="3474720" cy="2697480"/>
          </a:xfrm>
          <a:prstGeom prst="roundRect">
            <a:avLst>
              <a:gd name="adj" fmla="val 4068"/>
            </a:avLst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5FA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Hunter — измерить, записать,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спросить, решить; журнал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— путь и повороты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CellKnowledge, Turn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46720" y="1737360"/>
            <a:ext cx="3474720" cy="2697480"/>
          </a:xfrm>
          <a:prstGeom prst="roundRect">
            <a:avLst>
              <a:gd name="adj" fmla="val 4068"/>
            </a:avLst>
          </a:prstGeom>
          <a:solidFill>
            <a:srgbClr val="FAEEDA"/>
          </a:solidFill>
          <a:ln w="12700">
            <a:solidFill>
              <a:srgbClr val="FAEE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 + view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514600"/>
            <a:ext cx="3017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GameController — кнопки, таймер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— OK / P? / P! на карте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CaveForm — проверка ввода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WumpusApp, CaveCanvas — окно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7548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Инкапсуляция: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охотник не видит пещеру — только измерения; состояние игры меняет только World.execute.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Наследование и полиморфизм: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WumpusApp → Application, CaveCanvas → Pane (два режима карты), FormDialog&lt;T&gt; → Dialog; sealed FormResult.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UML-диаграммы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видов диаграмм, построены в PlantUML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5" name="Image 0" descr="/Users/azatminyazov/Workspace/university java/3 work/docs/uml/use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8796" y="1755648"/>
            <a:ext cx="2214407" cy="1645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Прецеденты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297680" y="164592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8" name="Image 1" descr="/Users/azatminyazov/Workspace/university java/3 work/docs/uml/activity_t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7775" y="1755648"/>
            <a:ext cx="2634530" cy="1645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434840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Деятельность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046720" y="164592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11" name="Image 2" descr="/Users/azatminyazov/Workspace/university java/3 work/docs/uml/class_mode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8479" y="1755648"/>
            <a:ext cx="1531202" cy="1645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183880" y="34564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Классы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548640" y="411480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14" name="Image 3" descr="/Users/azatminyazov/Workspace/university java/3 work/docs/uml/sequence_ste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065" y="4224528"/>
            <a:ext cx="2035869" cy="164592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5800" y="5925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Взаимодействие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4297680" y="411480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17" name="Image 4" descr="/Users/azatminyazov/Workspace/university java/3 work/docs/uml/state_hun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8655" y="4224528"/>
            <a:ext cx="2072770" cy="16459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434840" y="5925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Состояния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8046720" y="4114800"/>
            <a:ext cx="3474720" cy="2240280"/>
          </a:xfrm>
          <a:prstGeom prst="roundRect">
            <a:avLst>
              <a:gd name="adj" fmla="val 4898"/>
            </a:avLst>
          </a:prstGeom>
          <a:solidFill>
            <a:srgbClr val="F7F6F3"/>
          </a:solidFill>
          <a:ln w="12700">
            <a:solidFill>
              <a:srgbClr val="F7F6F3"/>
            </a:solidFill>
            <a:prstDash val="solid"/>
          </a:ln>
        </p:spPr>
      </p:sp>
      <p:pic>
        <p:nvPicPr>
          <p:cNvPr id="20" name="Image 5" descr="/Users/azatminyazov/Workspace/university java/3 work/docs/uml/compone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7270" y="4224528"/>
            <a:ext cx="1673619" cy="164592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183880" y="592531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Компоненты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2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Демонстрация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пещера 6×6: с риском и без</a:t>
            </a:r>
            <a:endParaRPr lang="en-US" sz="1600" dirty="0"/>
          </a:p>
        </p:txBody>
      </p:sp>
      <p:pic>
        <p:nvPicPr>
          <p:cNvPr id="4" name="Image 0" descr="/Users/azatminyazov/Workspace/university java/3 work/docs/screenshots/gui_6_dea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3080"/>
            <a:ext cx="5394960" cy="3657600"/>
          </a:xfrm>
          <a:prstGeom prst="rect">
            <a:avLst/>
          </a:prstGeom>
        </p:spPr>
      </p:pic>
      <p:pic>
        <p:nvPicPr>
          <p:cNvPr id="5" name="Image 1" descr="/Users/azatminyazov/Workspace/university java/3 work/docs/screenshots/gui_7_cautio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83080"/>
            <a:ext cx="5394960" cy="36576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669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риском: выстрел наугад убил Вампуса, затем шаг в недоказанную яму — гибель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6217920" y="56692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риска: обошёл все доказанно безопасные комнаты и вышел живым без золота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2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19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База знаний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1719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и измерения — предложения; TELL и ASK на каждом шаге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81635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81635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DPLL с обучением на конфликтах; пример задания повторён шаг в шаг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91363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Пещера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74904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4×4 до 12×12, ям — доля от числа комнат, случайно по seed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5029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0109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ООП, UML, тесты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749040" y="501091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3D1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пять пакетов; шесть видов UML; 171 автотест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4B2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Мир Вампуса — агент, основанный на знаниях</dc:title>
  <dc:subject>PptxGenJS Presentation</dc:subject>
  <dc:creator>А. А. Минязов</dc:creator>
  <cp:lastModifiedBy>А. А. Минязов</cp:lastModifiedBy>
  <cp:revision>1</cp:revision>
  <dcterms:created xsi:type="dcterms:W3CDTF">2026-10-22T11:42:40Z</dcterms:created>
  <dcterms:modified xsi:type="dcterms:W3CDTF">2026-10-22T11:42:40Z</dcterms:modified>
</cp:coreProperties>
</file>